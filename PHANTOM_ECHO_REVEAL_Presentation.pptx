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Atlas Baseline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F1 Score</c:v>
                  </c:pt>
                  <c:pt idx="1">
                    <c:v>Semantic Acc</c:v>
                  </c:pt>
                  <c:pt idx="2">
                    <c:v>Error (inv)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0.85</c:v>
                </c:pt>
                <c:pt idx="1">
                  <c:v>0.8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PHANTOM-ECHO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F1 Score</c:v>
                  </c:pt>
                  <c:pt idx="1">
                    <c:v>Semantic Acc</c:v>
                  </c:pt>
                  <c:pt idx="2">
                    <c:v>Error (inv)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0.971</c:v>
                </c:pt>
                <c:pt idx="1">
                  <c:v>0.942</c:v>
                </c:pt>
                <c:pt idx="2">
                  <c:v>0.75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9B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9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8899B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41E2B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86200" y="594360"/>
            <a:ext cx="1371600" cy="1371600"/>
          </a:xfrm>
          <a:prstGeom prst="ellipse">
            <a:avLst/>
          </a:prstGeom>
          <a:solidFill>
            <a:srgbClr val="14B8A6">
              <a:alpha val="12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60520" y="868680"/>
            <a:ext cx="822960" cy="822960"/>
          </a:xfrm>
          <a:prstGeom prst="ellipse">
            <a:avLst/>
          </a:prstGeom>
          <a:solidFill>
            <a:srgbClr val="14B8A6">
              <a:alpha val="4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43400" y="1051560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spc="300" kern="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PHANTOM-ECHO REVEAL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24231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Occlusion-Aware 3D Scene Reconstruction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Physics-First Contradiction + Acoustic Bat-Sonar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474720" y="3291840"/>
            <a:ext cx="2194560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32918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 Statement 09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794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Chole Bhhature  |  Bhavya Garg  |  IIIT Bangalore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1605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ennovateX AX Hackathon 2026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3931920" cy="3474720"/>
          </a:xfrm>
          <a:prstGeom prst="rect">
            <a:avLst/>
          </a:prstGeom>
          <a:solidFill>
            <a:srgbClr val="141E2B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 Systems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Generate geometry everywhere — even where they have no evidence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No distinction between what's measured vs. what's hallucinated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Physics violations: floating chairs, walls through tables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Atlas baseline: F1=0.85, Error=5.0cm — unusable for robotics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NeRF / 3DGS: no confidence tags on output geometry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914400"/>
            <a:ext cx="3931920" cy="3474720"/>
          </a:xfrm>
          <a:prstGeom prst="rect">
            <a:avLst/>
          </a:prstGeom>
          <a:solidFill>
            <a:srgbClr val="141E2B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8348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PHANTOM-ECHO REVEAL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83480" y="146304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Eliminate physically IMPOSSIBLE geometry before generating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Every Gaussian tagged: PROVEN / MEASURED / IMAGINED / UNKNOWN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8 physics laws run before any AI generation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Acoustic bat-sonar measures what LiDAR cannot reach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F1=0.971, Error=1.24cm — 75% improvement over Atlas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 Principle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2743200" cy="3840480"/>
          </a:xfrm>
          <a:prstGeom prst="rect">
            <a:avLst/>
          </a:prstGeom>
          <a:solidFill>
            <a:srgbClr val="141E2B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601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3B82F6">
                    <a:alpha val="7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1828800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28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2240280"/>
            <a:ext cx="2468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8 physics laws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every hypothesis.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impossible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REJECTED instantly.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generation wasted.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914400"/>
            <a:ext cx="2743200" cy="3840480"/>
          </a:xfrm>
          <a:prstGeom prst="rect">
            <a:avLst/>
          </a:prstGeom>
          <a:solidFill>
            <a:srgbClr val="141E2B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46120" y="9601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4B8A6">
                    <a:alpha val="7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5200" dirty="0"/>
          </a:p>
        </p:txBody>
      </p:sp>
      <p:sp>
        <p:nvSpPr>
          <p:cNvPr id="11" name="Shape 9"/>
          <p:cNvSpPr/>
          <p:nvPr/>
        </p:nvSpPr>
        <p:spPr>
          <a:xfrm>
            <a:off x="3703320" y="1828800"/>
            <a:ext cx="1828800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03320" y="1828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MEASURE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83280" y="2240280"/>
            <a:ext cx="2468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 LFM chirp.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ISM-filter visible echoes.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SAS-triangulate occluded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with bat-sonar.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3D positions.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914400"/>
            <a:ext cx="2743200" cy="3840480"/>
          </a:xfrm>
          <a:prstGeom prst="rect">
            <a:avLst/>
          </a:prstGeom>
          <a:solidFill>
            <a:srgbClr val="141E2B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9601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2C55E">
                    <a:alpha val="7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5200" dirty="0"/>
          </a:p>
        </p:txBody>
      </p:sp>
      <p:sp>
        <p:nvSpPr>
          <p:cNvPr id="16" name="Shape 14"/>
          <p:cNvSpPr/>
          <p:nvPr/>
        </p:nvSpPr>
        <p:spPr>
          <a:xfrm>
            <a:off x="6583680" y="1828800"/>
            <a:ext cx="1828800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1828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IMAGINE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63640" y="2240280"/>
            <a:ext cx="2468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for what physics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acoustics can't reach: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VideoScene with tight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physics-bound prompts.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output tagged GREEN.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108960" y="2606040"/>
            <a:ext cx="137160" cy="36576"/>
          </a:xfrm>
          <a:prstGeom prst="rect">
            <a:avLst/>
          </a:prstGeom>
          <a:solidFill>
            <a:srgbClr val="8899B0"/>
          </a:solidFill>
          <a:ln w="12700">
            <a:solidFill>
              <a:srgbClr val="8899B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0" y="2468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899B0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5989320" y="2606040"/>
            <a:ext cx="137160" cy="36576"/>
          </a:xfrm>
          <a:prstGeom prst="rect">
            <a:avLst/>
          </a:prstGeom>
          <a:solidFill>
            <a:srgbClr val="8899B0"/>
          </a:solidFill>
          <a:ln w="12700">
            <a:solidFill>
              <a:srgbClr val="8899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2468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899B0"/>
                </a:solidFill>
              </a:rPr>
              <a:t>→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skip ahead. Never generate what physics can prove.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4-Category Confidence System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109728" cy="7772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914400"/>
            <a:ext cx="8275320" cy="777240"/>
          </a:xfrm>
          <a:prstGeom prst="rect">
            <a:avLst/>
          </a:prstGeom>
          <a:solidFill>
            <a:srgbClr val="141E2B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98755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🔵 PROVEN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0" y="1005840"/>
            <a:ext cx="1920240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10058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Physical Laws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46320" y="950976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 eliminated from all impossible states.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generation needed. Certainty &gt; 85%.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965960"/>
            <a:ext cx="109728" cy="777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965960"/>
            <a:ext cx="8275320" cy="777240"/>
          </a:xfrm>
          <a:prstGeom prst="rect">
            <a:avLst/>
          </a:prstGeom>
          <a:solidFill>
            <a:srgbClr val="141E2B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203911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🩵 MEASURED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743200" y="2057400"/>
            <a:ext cx="1920240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0" y="20574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Acoustic Bat-Sonar SAS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0" y="2002536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Ground-truth distance from smartphone LFM chirp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ISM filter + SAS triangulation. ~1.2cm error.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017520"/>
            <a:ext cx="109728" cy="7772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017520"/>
            <a:ext cx="8275320" cy="777240"/>
          </a:xfrm>
          <a:prstGeom prst="rect">
            <a:avLst/>
          </a:prstGeom>
          <a:solidFill>
            <a:srgbClr val="141E2B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309067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🟢 IMAGINED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743200" y="3108960"/>
            <a:ext cx="1920240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0" y="31089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VideoScene AI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46320" y="3054096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ONLY within physics-derived bounding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box. Prompt encodes hard physical constraints.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69080"/>
            <a:ext cx="109728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4069080"/>
            <a:ext cx="8275320" cy="777240"/>
          </a:xfrm>
          <a:prstGeom prst="rect">
            <a:avLst/>
          </a:prstGeom>
          <a:solidFill>
            <a:srgbClr val="141E2B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" y="414223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🔴 UNKNOWN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2743200" y="4160520"/>
            <a:ext cx="1920240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0" y="41605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Unresolvable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46320" y="4105656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OPEN in navigation map for robot safety.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with IMAGINED geometry in deliverable mesh.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Acoustic Bat-Sonar  —  Key Innovation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2697480" cy="2926080"/>
          </a:xfrm>
          <a:prstGeom prst="rect">
            <a:avLst/>
          </a:prstGeom>
          <a:solidFill>
            <a:srgbClr val="141E2B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0584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B82F6">
                    <a:alpha val="6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Emit LFM Chirp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25146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20ms linear frequency-modulated chirp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 kHz → 22 kHz) from smartphone speaker.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extra hardware needed.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017520" y="2240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899B0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246120" y="960120"/>
            <a:ext cx="2697480" cy="2926080"/>
          </a:xfrm>
          <a:prstGeom prst="rect">
            <a:avLst/>
          </a:prstGeom>
          <a:solidFill>
            <a:srgbClr val="141E2B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46120" y="100584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4B8A6">
                    <a:alpha val="6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337560" y="16916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ISM Filter (Edge-Local)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2103120"/>
            <a:ext cx="25146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 visible-surface echoes via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Source Method on-device GPU.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WiFi — no 3ms jitter = no 1m error.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897880" y="2240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899B0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126480" y="960120"/>
            <a:ext cx="2697480" cy="2926080"/>
          </a:xfrm>
          <a:prstGeom prst="rect">
            <a:avLst/>
          </a:prstGeom>
          <a:solidFill>
            <a:srgbClr val="141E2B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100584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2C55E">
                    <a:alpha val="6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217920" y="16916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SAS Triangulation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2103120"/>
            <a:ext cx="25146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phone → spheres at each position.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sphere intersections → exact 3D point.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Residual: ~1.2cm in simulation.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4023360"/>
            <a:ext cx="8412480" cy="914400"/>
          </a:xfrm>
          <a:prstGeom prst="rect">
            <a:avLst/>
          </a:prstGeom>
          <a:solidFill>
            <a:srgbClr val="141E2B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40690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SAS Math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44074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||Q − Pᵢ||² = dᵢ²   →   2(Pᵢ₊₁ − Pᵢ)·Q = dᵢ² − dᵢ₊₁² − ||Pᵢ||² + ||Pᵢ₊₁||²   →   Q = (AᵀA)⁻¹Aᵀb   (Levenberg-Marquardt refinement)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PHANTOM-LITE Contradiction Engine  —  8 Physical Laws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4160520" cy="804672"/>
          </a:xfrm>
          <a:prstGeom prst="rect">
            <a:avLst/>
          </a:prstGeom>
          <a:solidFill>
            <a:srgbClr val="141E2B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05840"/>
            <a:ext cx="475488" cy="7132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61288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014984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Gravity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34416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must rest on a supporting surface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938528"/>
            <a:ext cx="4160520" cy="804672"/>
          </a:xfrm>
          <a:prstGeom prst="rect">
            <a:avLst/>
          </a:prstGeom>
          <a:solidFill>
            <a:srgbClr val="141E2B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984248"/>
            <a:ext cx="475488" cy="7132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139696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199339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Occlusion Geom.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32257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width ≥ visible object projected width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916936"/>
            <a:ext cx="4160520" cy="804672"/>
          </a:xfrm>
          <a:prstGeom prst="rect">
            <a:avLst/>
          </a:prstGeom>
          <a:solidFill>
            <a:srgbClr val="141E2B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962656"/>
            <a:ext cx="475488" cy="7132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118104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2971800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Shadow Geometry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330098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shadow constrains occluder height/angle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895344"/>
            <a:ext cx="4160520" cy="804672"/>
          </a:xfrm>
          <a:prstGeom prst="rect">
            <a:avLst/>
          </a:prstGeom>
          <a:solidFill>
            <a:srgbClr val="141E2B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3941064"/>
            <a:ext cx="475488" cy="7132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096512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3950208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Light Propagation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427939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 surface → unobstructed LoS to light source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960120"/>
            <a:ext cx="4160520" cy="804672"/>
          </a:xfrm>
          <a:prstGeom prst="rect">
            <a:avLst/>
          </a:prstGeom>
          <a:solidFill>
            <a:srgbClr val="141E2B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1005840"/>
            <a:ext cx="475488" cy="7132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1161288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57800" y="1014984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Acoustic Mirror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57800" y="134416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distance = exact surface position (±5cm)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1938528"/>
            <a:ext cx="4160520" cy="804672"/>
          </a:xfrm>
          <a:prstGeom prst="rect">
            <a:avLst/>
          </a:prstGeom>
          <a:solidFill>
            <a:srgbClr val="141E2B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1984248"/>
            <a:ext cx="475488" cy="7132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2139696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257800" y="199339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Penetration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57800" y="232257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objects cannot interpenetrate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0" y="2916936"/>
            <a:ext cx="4160520" cy="804672"/>
          </a:xfrm>
          <a:prstGeom prst="rect">
            <a:avLst/>
          </a:prstGeom>
          <a:solidFill>
            <a:srgbClr val="141E2B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2962656"/>
            <a:ext cx="475488" cy="7132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3118104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257800" y="2971800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257800" y="330098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object needs structural support below it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663440" y="3895344"/>
            <a:ext cx="4160520" cy="804672"/>
          </a:xfrm>
          <a:prstGeom prst="rect">
            <a:avLst/>
          </a:prstGeom>
          <a:solidFill>
            <a:srgbClr val="141E2B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09160" y="3941064"/>
            <a:ext cx="475488" cy="7132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4096512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L8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257800" y="3950208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Symmetry Prior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257800" y="427939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Man-made rooms are typically rectangular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7-Layer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512" y="1298448"/>
            <a:ext cx="36576" cy="192024"/>
          </a:xfrm>
          <a:prstGeom prst="rect">
            <a:avLst/>
          </a:prstGeom>
          <a:solidFill>
            <a:srgbClr val="8899B0"/>
          </a:solidFill>
          <a:ln w="12700">
            <a:solidFill>
              <a:srgbClr val="8899B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50976"/>
            <a:ext cx="402336" cy="40233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509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" y="914400"/>
            <a:ext cx="7909560" cy="475488"/>
          </a:xfrm>
          <a:prstGeom prst="rect">
            <a:avLst/>
          </a:prstGeom>
          <a:solidFill>
            <a:srgbClr val="141E2B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950976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6  —  WebGPU gsplat.js Demo Viewer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80760" y="950976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3D demo in browser — 4 colour-coded layers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67512" y="1874520"/>
            <a:ext cx="36576" cy="192024"/>
          </a:xfrm>
          <a:prstGeom prst="rect">
            <a:avLst/>
          </a:prstGeom>
          <a:solidFill>
            <a:srgbClr val="8899B0"/>
          </a:solidFill>
          <a:ln w="12700">
            <a:solidFill>
              <a:srgbClr val="8899B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527048"/>
            <a:ext cx="402336" cy="40233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27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8680" y="1490472"/>
            <a:ext cx="7909560" cy="475488"/>
          </a:xfrm>
          <a:prstGeom prst="rect">
            <a:avLst/>
          </a:prstGeom>
          <a:solidFill>
            <a:srgbClr val="141E2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1527048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5  —  Active Perception — ROS2 Nav2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80760" y="1527048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hints from RED open boundaries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67512" y="2450592"/>
            <a:ext cx="36576" cy="192024"/>
          </a:xfrm>
          <a:prstGeom prst="rect">
            <a:avLst/>
          </a:prstGeom>
          <a:solidFill>
            <a:srgbClr val="8899B0"/>
          </a:solidFill>
          <a:ln w="12700">
            <a:solidFill>
              <a:srgbClr val="8899B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103120"/>
            <a:ext cx="402336" cy="40233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68680" y="2066544"/>
            <a:ext cx="7909560" cy="475488"/>
          </a:xfrm>
          <a:prstGeom prst="rect">
            <a:avLst/>
          </a:prstGeom>
          <a:solidFill>
            <a:srgbClr val="141E2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2103120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4  —  Dual Output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80760" y="2103120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map (open RED) + Deliverable mesh (sealed)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67512" y="3026664"/>
            <a:ext cx="36576" cy="192024"/>
          </a:xfrm>
          <a:prstGeom prst="rect">
            <a:avLst/>
          </a:prstGeom>
          <a:solidFill>
            <a:srgbClr val="8899B0"/>
          </a:solidFill>
          <a:ln w="12700">
            <a:solidFill>
              <a:srgbClr val="8899B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2679192"/>
            <a:ext cx="402336" cy="40233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679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68680" y="2642616"/>
            <a:ext cx="7909560" cy="475488"/>
          </a:xfrm>
          <a:prstGeom prst="rect">
            <a:avLst/>
          </a:prstGeom>
          <a:solidFill>
            <a:srgbClr val="141E2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2679192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3  —  Affordance Router + Generation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080760" y="2679192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/ PRIMITIVE / FAISS / SlotLSTM / VideoScene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67512" y="3602736"/>
            <a:ext cx="36576" cy="192024"/>
          </a:xfrm>
          <a:prstGeom prst="rect">
            <a:avLst/>
          </a:prstGeom>
          <a:solidFill>
            <a:srgbClr val="8899B0"/>
          </a:solidFill>
          <a:ln w="12700">
            <a:solidFill>
              <a:srgbClr val="8899B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3255264"/>
            <a:ext cx="402336" cy="40233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255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68680" y="3218688"/>
            <a:ext cx="7909560" cy="475488"/>
          </a:xfrm>
          <a:prstGeom prst="rect">
            <a:avLst/>
          </a:prstGeom>
          <a:solidFill>
            <a:srgbClr val="141E2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0120" y="3255264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2  —  PHANTOM-LITE Contradiction Engine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080760" y="3255264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physics laws — runs before ANY generation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67512" y="4178808"/>
            <a:ext cx="36576" cy="192024"/>
          </a:xfrm>
          <a:prstGeom prst="rect">
            <a:avLst/>
          </a:prstGeom>
          <a:solidFill>
            <a:srgbClr val="8899B0"/>
          </a:solidFill>
          <a:ln w="12700">
            <a:solidFill>
              <a:srgbClr val="8899B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" y="3831336"/>
            <a:ext cx="402336" cy="40233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3831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68680" y="3794760"/>
            <a:ext cx="7909560" cy="475488"/>
          </a:xfrm>
          <a:prstGeom prst="rect">
            <a:avLst/>
          </a:prstGeom>
          <a:solidFill>
            <a:srgbClr val="141E2B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60120" y="3831336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1  —  DDGS GaussRender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080760" y="3831336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planar disk Gaussians → clean SPSR normals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4407408"/>
            <a:ext cx="402336" cy="40233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407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868680" y="4370832"/>
            <a:ext cx="7909560" cy="475488"/>
          </a:xfrm>
          <a:prstGeom prst="rect">
            <a:avLst/>
          </a:prstGeom>
          <a:solidFill>
            <a:srgbClr val="141E2B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" y="4407408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0  —  Multi-Modal Sensing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080760" y="4407408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ARKit LiDAR + Acoustic Bat-Sonar SAS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KPI Results vs Atlas Baseline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65760" y="914400"/>
            <a:ext cx="2743200" cy="3017520"/>
          </a:xfrm>
          <a:prstGeom prst="rect">
            <a:avLst/>
          </a:prstGeom>
          <a:solidFill>
            <a:srgbClr val="141E2B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98755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 Score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eval →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2677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&gt;0.97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5420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Atlas: 0.85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 eval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17320" y="3657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22C55E"/>
                </a:solidFill>
              </a:rPr>
              <a:t>✓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3246120" y="914400"/>
            <a:ext cx="2743200" cy="3017520"/>
          </a:xfrm>
          <a:prstGeom prst="rect">
            <a:avLst/>
          </a:prstGeom>
          <a:solidFill>
            <a:srgbClr val="141E2B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337560" y="98755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Semantic Accuracy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46120" y="141732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eval →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3337560" y="22677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&gt;93%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37560" y="25420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Atlas: 80%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37560" y="2834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 eval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297680" y="3657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22C55E"/>
                </a:solidFill>
              </a:rPr>
              <a:t>✓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6126480" y="914400"/>
            <a:ext cx="2743200" cy="3017520"/>
          </a:xfrm>
          <a:prstGeom prst="rect">
            <a:avLst/>
          </a:prstGeom>
          <a:solidFill>
            <a:srgbClr val="141E2B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217920" y="98755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Reconstruction Error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26480" y="141732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eval →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6217920" y="22677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&lt;1.5cm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17920" y="25420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Atlas: 5.0cm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2834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 eval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178040" y="3657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22C55E"/>
                </a:solidFill>
              </a:rPr>
              <a:t>✓</a:t>
            </a:r>
            <a:endParaRPr lang="en-US" sz="30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365760" y="4041648"/>
          <a:ext cx="8412480" cy="960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Open-Weight Models &amp; Tech Stack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54864" cy="5120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914400"/>
            <a:ext cx="8275320" cy="512064"/>
          </a:xfrm>
          <a:prstGeom prst="rect">
            <a:avLst/>
          </a:prstGeom>
          <a:solidFill>
            <a:srgbClr val="141E2B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95097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LLaVA-NeXT-Video-7B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17043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understanding + prompt construction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0" y="1042416"/>
            <a:ext cx="868680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04241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Apache 2.0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581912"/>
            <a:ext cx="54864" cy="5120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" y="1581912"/>
            <a:ext cx="8275320" cy="512064"/>
          </a:xfrm>
          <a:prstGeom prst="rect">
            <a:avLst/>
          </a:prstGeom>
          <a:solidFill>
            <a:srgbClr val="141E2B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161848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MobileSAM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1837944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segmentation — 18ms on-device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0" y="1709928"/>
            <a:ext cx="868680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0" y="170992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Apache 2.0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249424"/>
            <a:ext cx="54864" cy="5120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" y="2249424"/>
            <a:ext cx="8275320" cy="512064"/>
          </a:xfrm>
          <a:prstGeom prst="rect">
            <a:avLst/>
          </a:prstGeom>
          <a:solidFill>
            <a:srgbClr val="141E2B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22860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MobileCLIP-S2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250545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classification — 94.2% accuracy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72400" y="2377440"/>
            <a:ext cx="868680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0" y="237744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AMRL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2916936"/>
            <a:ext cx="54864" cy="5120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" y="2916936"/>
            <a:ext cx="8275320" cy="512064"/>
          </a:xfrm>
          <a:prstGeom prst="rect">
            <a:avLst/>
          </a:prstGeom>
          <a:solidFill>
            <a:srgbClr val="141E2B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4360" y="295351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Stable Video Diffusion (VideoScene)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4360" y="3172968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Occluded geometry generation (GREEN)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772400" y="3044952"/>
            <a:ext cx="868680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0" y="304495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CC-BY-NC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3584448"/>
            <a:ext cx="54864" cy="5120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" y="3584448"/>
            <a:ext cx="8275320" cy="512064"/>
          </a:xfrm>
          <a:prstGeom prst="rect">
            <a:avLst/>
          </a:prstGeom>
          <a:solidFill>
            <a:srgbClr val="141E2B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94360" y="362102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gsplat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94360" y="384048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WebGPU Gaussian splatting viewer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772400" y="3712464"/>
            <a:ext cx="868680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0" y="371246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Apache 2.0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4251960"/>
            <a:ext cx="54864" cy="512064"/>
          </a:xfrm>
          <a:prstGeom prst="rect">
            <a:avLst/>
          </a:prstGeom>
          <a:solidFill>
            <a:srgbClr val="8899B0"/>
          </a:solidFill>
          <a:ln w="12700">
            <a:solidFill>
              <a:srgbClr val="8899B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" y="4251960"/>
            <a:ext cx="8275320" cy="512064"/>
          </a:xfrm>
          <a:prstGeom prst="rect">
            <a:avLst/>
          </a:prstGeom>
          <a:solidFill>
            <a:srgbClr val="141E2B"/>
          </a:solidFill>
          <a:ln w="19050">
            <a:solidFill>
              <a:srgbClr val="8899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94360" y="428853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9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pyroomacoustics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94360" y="450799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 filter math (eval only, not runtime)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772400" y="4379976"/>
            <a:ext cx="868680" cy="256032"/>
          </a:xfrm>
          <a:prstGeom prst="rect">
            <a:avLst/>
          </a:prstGeom>
          <a:solidFill>
            <a:srgbClr val="8899B0"/>
          </a:solidFill>
          <a:ln w="12700">
            <a:solidFill>
              <a:srgbClr val="8899B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0" y="437997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Honest Lessons — What Worked &amp; What Didn't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3931920" cy="3931920"/>
          </a:xfrm>
          <a:prstGeom prst="rect">
            <a:avLst/>
          </a:prstGeom>
          <a:solidFill>
            <a:srgbClr val="141E2B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875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What Worked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Physics-first eliminates 40%+ of hypotheses before generation — saves compute and improves quality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Edge-local ISM (no WiFi) reduces acoustic depth error from 1.03m → 1.2cm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LLaVA for semantics, not metric geometry — VLMs are good at 'what', not 'how far'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tool chains outperform agentic feedback loops in real-time systems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floor-plan retrieval 10x faster than RAG for wall geometry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SlotLSTM rejects 23% of VideoScene outputs — without it, 23% are physically impossible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914400"/>
            <a:ext cx="3931920" cy="3931920"/>
          </a:xfrm>
          <a:prstGeom prst="rect">
            <a:avLst/>
          </a:prstGeom>
          <a:solidFill>
            <a:srgbClr val="141E2B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83480" y="9875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 What Didn't Work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83480" y="1417320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LLaVA multi-frame video mode hallucinated room dimensions — stripped, replaced with acoustics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VideoScene without physics bounds: 60% floating chairs, interpenetrating objects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ISM (pyroomacoustics): 3ms WiFi jitter = 1.03m depth error — completely unusable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feedback loops: slower + worse than single-pass linear chain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MobileSAM merged adjacent dark objects — fixed with depth-discontinuity secondary pass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coding assistants suggested np.linalg.solve on overdetermined system — would silently truncate data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86200" y="640080"/>
            <a:ext cx="1371600" cy="1371600"/>
          </a:xfrm>
          <a:prstGeom prst="ellipse">
            <a:avLst/>
          </a:prstGeom>
          <a:solidFill>
            <a:srgbClr val="14B8A6">
              <a:alpha val="12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06240" y="960120"/>
            <a:ext cx="731520" cy="731520"/>
          </a:xfrm>
          <a:prstGeom prst="ellipse">
            <a:avLst/>
          </a:prstGeom>
          <a:solidFill>
            <a:srgbClr val="14B8A6">
              <a:alpha val="45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70832" y="1124712"/>
            <a:ext cx="402336" cy="40233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spc="300" kern="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PHANTOM-ECHO REVEAL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predict what's hidden.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what's impossible.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3832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0.971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38862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88920" y="33832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94.2%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788920" y="38862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Sem. Acc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33832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1.24cm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63440" y="38862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37960" y="33832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3/3 ✓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537960" y="38862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Met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Chole Bhhature  |  Bhavya Garg  |  IIIT Bangalore  |  PS-09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PHANTOM-ECHO REVEAL</dc:title>
  <dc:subject>PptxGenJS Presentation</dc:subject>
  <dc:creator>Bhavya Garg — Team Chole Bhhature — IIIT Bangalore</dc:creator>
  <cp:lastModifiedBy>Bhavya Garg — Team Chole Bhhature — IIIT Bangalore</cp:lastModifiedBy>
  <cp:revision>1</cp:revision>
  <dcterms:created xsi:type="dcterms:W3CDTF">2026-05-27T09:18:01Z</dcterms:created>
  <dcterms:modified xsi:type="dcterms:W3CDTF">2026-05-27T09:18:01Z</dcterms:modified>
</cp:coreProperties>
</file>